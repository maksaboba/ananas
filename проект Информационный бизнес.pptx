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8" r:id="rId9"/>
    <p:sldId id="267" r:id="rId10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3A42086-F555-4B00-B242-4A716E9C8B30}">
          <p14:sldIdLst>
            <p14:sldId id="256"/>
            <p14:sldId id="258"/>
            <p14:sldId id="259"/>
            <p14:sldId id="260"/>
            <p14:sldId id="261"/>
            <p14:sldId id="263"/>
            <p14:sldId id="264"/>
            <p14:sldId id="268"/>
            <p14:sldId id="267"/>
          </p14:sldIdLst>
        </p14:section>
        <p14:section name="Раздел без заголовка" id="{EA9BBC9B-1619-467A-BE0E-12C6D677D03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807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02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83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85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60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795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73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741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796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2595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113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3572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803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037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04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9605F-DC58-4926-A70A-AB2CB933BE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3703022-9DE3-49B4-8D4C-16DC501F8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658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84413" y="1087395"/>
            <a:ext cx="8915399" cy="2636108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информатике</a:t>
            </a:r>
            <a:b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«Информационный бизнес»</a:t>
            </a:r>
            <a:endParaRPr lang="ru-RU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259330" y="4020065"/>
            <a:ext cx="2245282" cy="1883597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Ученик 7В класса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Краснов Максим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Преподаватель:</a:t>
            </a:r>
          </a:p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Таркин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Н.А.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815913" y="6104238"/>
            <a:ext cx="2084174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Чебоксары 2025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128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980302"/>
            <a:ext cx="8911687" cy="924697"/>
          </a:xfrm>
        </p:spPr>
        <p:txBody>
          <a:bodyPr>
            <a:norm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изучить понятие информационного бизнеса, его роль в экономике и обществе, а также выявить основные тенденции и перспективы его развития</a:t>
            </a:r>
            <a:r>
              <a:rPr lang="ru-RU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2417522"/>
            <a:ext cx="8915400" cy="34936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понятие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«информационный бизнес»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его основные характеристики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виды информационного бизнеса и их особенности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Рассмотреть роль информационных технологий в развитии информационного бизнеса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примеры успешных компаний в сфере информационного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тенденции и перспективы развития информационного бизнеса в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будущем.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544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7316" y="1127341"/>
            <a:ext cx="8944496" cy="5125177"/>
          </a:xfrm>
        </p:spPr>
        <p:txBody>
          <a:bodyPr>
            <a:noAutofit/>
          </a:bodyPr>
          <a:lstStyle/>
          <a:p>
            <a:pPr fontAlgn="base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современном мире информация стала одним из самых ценных ресурсов. Информационный бизнес охватывает широкий спектр услуг и продуктов, связанных с созданием, обработкой и распространением информации. Он включает в себя такие области, как интернет-коммерция, социальные сети, аналитика данных и многие другие. В данном проекте мы рассмотрим основные аспекты информационного бизнеса, его значение в современном обществе и ключевые тенденции его развития.</a:t>
            </a:r>
          </a:p>
        </p:txBody>
      </p:sp>
    </p:spTree>
    <p:extLst>
      <p:ext uri="{BB962C8B-B14F-4D97-AF65-F5344CB8AC3E}">
        <p14:creationId xmlns:p14="http://schemas.microsoft.com/office/powerpoint/2010/main" val="357175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6990" y="482139"/>
            <a:ext cx="9775766" cy="1422862"/>
          </a:xfrm>
        </p:spPr>
        <p:txBody>
          <a:bodyPr>
            <a:noAutofit/>
          </a:bodyPr>
          <a:lstStyle/>
          <a:p>
            <a:pPr fontAlgn="base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зарождение информационного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бизнеса</a:t>
            </a:r>
            <a:r>
              <a:rPr lang="ru-RU" dirty="0"/>
              <a:t/>
            </a:r>
            <a:br>
              <a:rPr lang="ru-RU" dirty="0"/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Информационный бизнес — это деятельность, связанная с производством, обработкой и распространением информации. Он включает в себя создание контента (статьи, видео), предоставление услуг (консалтинг, реклама), обучение и разработку программного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обеспечения. То есть информационный бизнес построен на предоставлении какой-либо информации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Информационный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 - это новая сфера предпринимательской деятельности в сфере крупнейшего многоотраслевого комплекса со своей сложившейся инфраструктурой.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Информационный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 зародился в западных странах в 60-х годах, формировался как самостоятельная отрасль в 70-е годы, а в 80-е годы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превратился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крупнейший многоотраслевой комплекс со своей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инфраструктурой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Сначала информационные технологии использовались в связи со сложностью и дороговизной только в научных центрах и крупных промышленных компаниях. По мере совершенствования информационные технологии проникли в разные отрасли и дали возможность совершенствования и улучшения эффективности последних. В результате развития информационных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появились и сформировались новые потребности общества. Переходя к инфраструктуре информационной отрасли, необходимо сразу отметить, что сфера информационного бизнеса очень обширна и включает различные виды деятельности, которые прямо или косвенно связаны с информацией. Причем постоянно происходит изменение и увеличение объемов инфраструктуры. Начав с производства продуктов и услуг, прямо связанных с вычислительной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техникой,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информационный бизнес захватывает все новые и новые области человеческой деятельности, практически не связанные с компьютерами.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520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52749" y="897774"/>
            <a:ext cx="8562110" cy="730610"/>
          </a:xfrm>
        </p:spPr>
        <p:txBody>
          <a:bodyPr>
            <a:norm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информационного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бизнеса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52749" y="1628384"/>
            <a:ext cx="88578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Издательский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книг, журналов, газет и других печатных изданий.</a:t>
            </a:r>
          </a:p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Реклама: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рекламных кампаний и стратегий для продвижения товаров и услуг.</a:t>
            </a:r>
          </a:p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Консалтинг: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экспертных услуг в различных областях (финансовый консалтинг, IT-консалтинг).</a:t>
            </a:r>
          </a:p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Образование: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онлайн-курсы,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вебинары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другие формы обучения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собственного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сайта: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http://trolleng.tilda.ws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274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03615" y="340822"/>
            <a:ext cx="9792392" cy="1600712"/>
          </a:xfrm>
        </p:spPr>
        <p:txBody>
          <a:bodyPr>
            <a:no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 информационных технологий </a:t>
            </a:r>
            <a:r>
              <a:rPr lang="ru-RU" dirty="0"/>
              <a:t/>
            </a:r>
            <a:br>
              <a:rPr lang="ru-RU" dirty="0"/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 информационных технологий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современном обществе невозможно переоценить, так как они проникают во все сферы жизни и деятельности.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Во-первых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технологии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обеспечивают мгновенный доступ к информации, что позволяет людям и организациям быстро находить необходимые данные и принимать обоснованные решения. Во-вторых, они способствуют автоматизации процессов, что повышает эффективность работы и снижает затраты на производство и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услуги. Кроме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того, информационные технологии играют ключевую роль в коммуникации, позволяя людям общаться и взаимодействовать на расстоянии через различные платформы и приложения. В образовании информационные технологии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открывают новые возможности для обучения, предлагая онлайн-курсы и ресурсы, которые делают знания более доступными для широкой аудитории. Наконец, информационные технологии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способствуют развитию новых бизнес-моделей и рынков, таких как электронная коммерция и цифровые услуги, что в свою очередь стимулирует экономический рост и инновации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успешных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компаний: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лидер в области интернет-поиска и рекламы.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крупнейшая платформа для электронной коммерции с обширной базой данных о клиентах.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Coursera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для онлайн-обучения с курсами от ведущих университетов мира.</a:t>
            </a:r>
            <a:r>
              <a:rPr lang="ru-RU" dirty="0"/>
              <a:t/>
            </a:r>
            <a:br>
              <a:rPr lang="ru-RU" dirty="0"/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80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2422" y="66502"/>
            <a:ext cx="9842270" cy="1845425"/>
          </a:xfrm>
        </p:spPr>
        <p:txBody>
          <a:bodyPr>
            <a:normAutofit fontScale="90000"/>
          </a:bodyPr>
          <a:lstStyle/>
          <a:p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Тенденции и перспективы</a:t>
            </a:r>
            <a:r>
              <a:rPr lang="ru-RU" dirty="0"/>
              <a:t> 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Тенденции и перспективы информационных технологий продолжают развиваться с невероятной скоростью, формируя будущее различных отраслей и повседневной жизни. Вот несколько ключевых направлений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 интеллект и машинное обучение: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 технологии становятся все более распространенными в бизнесе, здравоохранении, финансах и других сферах. Они позволяют автоматизировать процессы, анализировать большие объемы данных и предсказывать тренды, что значительно повышает эффективность работы.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 данные (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увеличением объемов данных, которые генерируются каждый день, компании стремятся использовать аналитические инструменты для извлечения полезной информации из этих данных. Это позволяет принимать более обоснованные решения и разрабатывать персонализированные предложения для клиентов.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Облачные технологии: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Облачные решения продолжают набирать популярность благодаря своей гибкости и доступности. Они позволяют компаниям снижать затраты на инфраструктуру и обеспечивают возможность масштабирования ресурсов в зависимости от потребностей бизнеса.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637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95302" y="282632"/>
            <a:ext cx="9659389" cy="1622367"/>
          </a:xfrm>
        </p:spPr>
        <p:txBody>
          <a:bodyPr>
            <a:normAutofit fontScale="90000"/>
          </a:bodyPr>
          <a:lstStyle/>
          <a:p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Кибербезопасность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увеличением числа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кибератак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утечек данных возрастает внимание к вопросам безопасности информации. Разработка новых методов защиты данных становится приоритетом для организаций всех размеров.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 вещей (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Устройства, подключенные к интернету, становятся частью повседневной жизни, от умных домов до промышленных приложений. Это создает новые возможности для сбора данных и автоматизации процессов.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Блокчейн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 технология находит применение не только в финансовом секторе, но и в логистике, здравоохранении и других областях благодаря своей способности обеспечивать прозрачность и безопасность транзакций.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Виртуальная и дополненная реальность (VR/AR):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 технологии открывают новые горизонты в обучении, развлечениях и маркетинге, позволяя создавать интерактивные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иммерсивные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опыты.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Перспективы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информационных технологий обещают дальнейшее развитие этих направлений, что будет способствовать созданию новых бизнес-моделей, улучшению качества жизни людей и повышению эффективности работы организаций. Важно отметить, что с этими тенденциями также возникают вызовы, такие как необходимость обеспечения этики использования технологий и защиты личных данных пользователей.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544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54269" y="1402914"/>
            <a:ext cx="9557358" cy="1039661"/>
          </a:xfrm>
        </p:spPr>
        <p:txBody>
          <a:bodyPr>
            <a:noAutofit/>
          </a:bodyPr>
          <a:lstStyle/>
          <a:p>
            <a:pPr fontAlgn="base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b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Информационный бизнес занимает важное место в современной экономике и обществе. Он не только способствует развитию новых технологий и услуг, но также влияет на образ жизни людей. Понимание основ информационного бизнеса поможет лучше ориентироваться в быстро меняющемся мире информации и использовать ее возможности для достижения успеха в различных сферах деятельности. Важно продолжать изучение этой темы для адаптации к новым вызовам и возможностям будущего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5167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Проект по географии на тему</Template>
  <TotalTime>91</TotalTime>
  <Words>1056</Words>
  <Application>Microsoft Office PowerPoint</Application>
  <PresentationFormat>Широкоэкранный</PresentationFormat>
  <Paragraphs>27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Легкий дым</vt:lpstr>
      <vt:lpstr>Проект  по информатике на тему: «Информационный бизнес»</vt:lpstr>
      <vt:lpstr>Цель – изучить понятие информационного бизнеса, его роль в экономике и обществе, а также выявить основные тенденции и перспективы его развития.</vt:lpstr>
      <vt:lpstr>Введение          В современном мире информация стала одним из самых ценных ресурсов. Информационный бизнес охватывает широкий спектр услуг и продуктов, связанных с созданием, обработкой и распространением информации. Он включает в себя такие области, как интернет-коммерция, социальные сети, аналитика данных и многие другие. В данном проекте мы рассмотрим основные аспекты информационного бизнеса, его значение в современном обществе и ключевые тенденции его развития.</vt:lpstr>
      <vt:lpstr>Понятие и зарождение информационного бизнеса               Информационный бизнес — это деятельность, связанная с производством, обработкой и распространением информации. Он включает в себя создание контента (статьи, видео), предоставление услуг (консалтинг, реклама), обучение и разработку программного обеспечения. То есть информационный бизнес построен на предоставлении какой-либо информации.         Информационный бизнес - это новая сфера предпринимательской деятельности в сфере крупнейшего многоотраслевого комплекса со своей сложившейся инфраструктурой.        Информационный бизнес зародился в западных странах в 60-х годах, формировался как самостоятельная отрасль в 70-е годы, а в 80-е годы превратился в крупнейший многоотраслевой комплекс со своей инфраструктурой. Сначала информационные технологии использовались в связи со сложностью и дороговизной только в научных центрах и крупных промышленных компаниях. По мере совершенствования информационные технологии проникли в разные отрасли и дали возможность совершенствования и улучшения эффективности последних. В результате развития информационных технологий появились и сформировались новые потребности общества. Переходя к инфраструктуре информационной отрасли, необходимо сразу отметить, что сфера информационного бизнеса очень обширна и включает различные виды деятельности, которые прямо или косвенно связаны с информацией. Причем постоянно происходит изменение и увеличение объемов инфраструктуры. Начав с производства продуктов и услуг, прямо связанных с вычислительной техникой, информационный бизнес захватывает все новые и новые области человеческой деятельности, практически не связанные с компьютерами. </vt:lpstr>
      <vt:lpstr>Виды информационного бизнеса</vt:lpstr>
      <vt:lpstr>Роль информационных технологий          Роль информационных технологий в современном обществе невозможно переоценить, так как они проникают во все сферы жизни и деятельности. Во-первых, информационные технологии обеспечивают мгновенный доступ к информации, что позволяет людям и организациям быстро находить необходимые данные и принимать обоснованные решения. Во-вторых, они способствуют автоматизации процессов, что повышает эффективность работы и снижает затраты на производство и услуги. Кроме того, информационные технологии играют ключевую роль в коммуникации, позволяя людям общаться и взаимодействовать на расстоянии через различные платформы и приложения. В образовании информационные технологии открывают новые возможности для обучения, предлагая онлайн-курсы и ресурсы, которые делают знания более доступными для широкой аудитории. Наконец, информационные технологии способствуют развитию новых бизнес-моделей и рынков, таких как электронная коммерция и цифровые услуги, что в свою очередь стимулирует экономический рост и инновации.  Примеры успешных компаний: Google: лидер в области интернет-поиска и рекламы. Amazon: крупнейшая платформа для электронной коммерции с обширной базой данных о клиентах. Coursera: платформа для онлайн-обучения с курсами от ведущих университетов мира. </vt:lpstr>
      <vt:lpstr>  Тенденции и перспективы    Тенденции и перспективы информационных технологий продолжают развиваться с невероятной скоростью, формируя будущее различных отраслей и повседневной жизни. Вот несколько ключевых направлений:  Искусственный интеллект и машинное обучение: Эти технологии становятся все более распространенными в бизнесе, здравоохранении, финансах и других сферах. Они позволяют автоматизировать процессы, анализировать большие объемы данных и предсказывать тренды, что значительно повышает эффективность работы. Большие данные (Big Data): С увеличением объемов данных, которые генерируются каждый день, компании стремятся использовать аналитические инструменты для извлечения полезной информации из этих данных. Это позволяет принимать более обоснованные решения и разрабатывать персонализированные предложения для клиентов. Облачные технологии: Облачные решения продолжают набирать популярность благодаря своей гибкости и доступности. Они позволяют компаниям снижать затраты на инфраструктуру и обеспечивают возможность масштабирования ресурсов в зависимости от потребностей бизнеса. </vt:lpstr>
      <vt:lpstr>   Кибербезопасность: С увеличением числа кибератак и утечек данных возрастает внимание к вопросам безопасности информации. Разработка новых методов защиты данных становится приоритетом для организаций всех размеров. Интернет вещей (IoT): Устройства, подключенные к интернету, становятся частью повседневной жизни, от умных домов до промышленных приложений. Это создает новые возможности для сбора данных и автоматизации процессов. Блокчейн: Эта технология находит применение не только в финансовом секторе, но и в логистике, здравоохранении и других областях благодаря своей способности обеспечивать прозрачность и безопасность транзакций. Виртуальная и дополненная реальность (VR/AR): Эти технологии открывают новые горизонты в обучении, развлечениях и маркетинге, позволяя создавать интерактивные и иммерсивные опыты.         Перспективы информационных технологий обещают дальнейшее развитие этих направлений, что будет способствовать созданию новых бизнес-моделей, улучшению качества жизни людей и повышению эффективности работы организаций. Важно отметить, что с этими тенденциями также возникают вызовы, такие как необходимость обеспечения этики использования технологий и защиты личных данных пользователей..</vt:lpstr>
      <vt:lpstr>Заключение   Информационный бизнес занимает важное место в современной экономике и обществе. Он не только способствует развитию новых технологий и услуг, но также влияет на образ жизни людей. Понимание основ информационного бизнеса поможет лучше ориентироваться в быстро меняющемся мире информации и использовать ее возможности для достижения успеха в различных сферах деятельности. Важно продолжать изучение этой темы для адаптации к новым вызовам и возможностям будущего.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 по биологии  на тему: «Е в продуктах питания»</dc:title>
  <dc:creator>Краснова Наталья EXP-282780</dc:creator>
  <cp:lastModifiedBy>Краснова Наталья EXP-315000</cp:lastModifiedBy>
  <cp:revision>20</cp:revision>
  <cp:lastPrinted>2023-02-21T19:05:33Z</cp:lastPrinted>
  <dcterms:created xsi:type="dcterms:W3CDTF">2024-02-25T15:16:47Z</dcterms:created>
  <dcterms:modified xsi:type="dcterms:W3CDTF">2025-04-14T15:58:12Z</dcterms:modified>
</cp:coreProperties>
</file>